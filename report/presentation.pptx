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Egocentric Lab Demo → Unitree G1 + Inspire in Simulation</a:t>
            </a:r>
          </a:p>
          <a:p>
            <a:pPr>
              <a:spcBef>
                <a:spcPts val="1600"/>
              </a:spcBef>
              <a:defRPr sz="1800">
                <a:solidFill>
                  <a:srgbClr val="CCE8E4"/>
                </a:solidFill>
              </a:defRPr>
            </a:pPr>
            <a:r>
              <a:t>Recovering hand + arm motion from smart-glasses RGB + head IMU,</a:t>
            </a:r>
            <a:br/>
            <a:r>
              <a:t>retargeting onto a five-finger G1, replayed in MuJoCo — motion translation only.</a:t>
            </a:r>
          </a:p>
          <a:p>
            <a:pPr>
              <a:spcBef>
                <a:spcPts val="2000"/>
              </a:spcBef>
              <a:defRPr sz="1500" b="1">
                <a:solidFill>
                  <a:srgbClr val="0E9E8E"/>
                </a:solidFill>
              </a:defRPr>
            </a:pPr>
            <a:r>
              <a:t>Dimenso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Problem &amp; the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A forward head-cam sees hands, not the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Egocentric forward camera CANNOT recover full body</a:t>
            </a:r>
          </a:p>
          <a:p>
            <a:pPr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    – Only 29% of frames return any MediaPipe Pose; lower body collapses (knees 0.46, ankles 0.22)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So: legs FROZEN, torso/waist ← head IMU, arms + hands ← hand tracking</a:t>
            </a:r>
          </a:p>
          <a:p>
            <a:pPr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    – G1 has no neck joint → head orientation drives the 3 waist joints only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Task chosen: task_04 Pasteur-pipette</a:t>
            </a:r>
          </a:p>
          <a:p>
            <a:pPr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    – 77% frames with a hand (vs 34–49%), highest confidence 0.976, shortest dropout ~3.4 s</a:t>
            </a:r>
          </a:p>
        </p:txBody>
      </p:sp>
      <p:pic>
        <p:nvPicPr>
          <p:cNvPr id="5" name="Picture 4" descr="compare_fram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0"/>
            <a:ext cx="4297680" cy="1611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3657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egocentric source  ∥  G1+Inspire replay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robot: G1 + five-finger Inspire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One MuJoCo model, 53 actuated DoF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Base: mujoco_menagerie Unitree G1 (arms + wrists, no hand)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Hands: Inspire DFQ five-finger, grafted from unitree_ros</a:t>
            </a:r>
          </a:p>
          <a:p>
            <a:pPr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    – Both chiralities sourced directly — no manual mirroring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53 actuated DoF = 29 G1 (12 leg + 3 waist + 14 arm) + 24 fingers (12 × 2)</a:t>
            </a:r>
          </a:p>
          <a:p>
            <a:pPr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    – Fingers modeled as independent joints (real hand ~6-motor underactuated — documented simplification)</a:t>
            </a:r>
          </a:p>
        </p:txBody>
      </p:sp>
      <p:pic>
        <p:nvPicPr>
          <p:cNvPr id="5" name="Picture 4" descr="diag_inspire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846320" cy="3634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open / fist verified, symmetric inward curl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Data pipeline (the centerpiece)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video + IMU → documented per-frame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1. Perception — MediaPipe Hands (21 lm), One Euro filter, confidence gate, finger curl + pinch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2. IMU sync — resampled onto VIDEO frame times (jittery dt, not a 10 ms grid)</a:t>
            </a:r>
          </a:p>
          <a:p>
            <a:pPr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  –    accel-gravity (roll/pitch) + gyro → waist lean, clamped ±30°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3. Stabilize — 2D wrist → 3D target on a table plane (RGB-only: depth APPROXIMATED, stated plainly)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4. Retarget — DLS IK → full G1+Inspire qpos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5. Dataset — outputs/task04_dataset.npz + schema.json (timestamps, 3D targets, fingers, lean, qpos)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Method: retargeting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Damped-least-squares IK on the MuJoCo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Each detected wrist driven to its 3D target via DLS IK (MuJoCo Jacobians)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3 waist joints = shared IK DoF, soft-biased to the IMU lean → torso assists reach</a:t>
            </a:r>
          </a:p>
          <a:p>
            <a:pPr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    – Both arms solved jointly (they share the waist)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Finger curl → Inspire finger joints; thumb opposition from pinch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Per-arm STOW when a hand isn't visible (hold-last-valid, then ease)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Velocity-clamped targets → smooth, no snapping</a:t>
            </a:r>
          </a:p>
        </p:txBody>
      </p:sp>
      <p:pic>
        <p:nvPicPr>
          <p:cNvPr id="5" name="Picture 4" descr="compare_fram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43891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Scene &amp;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White table at hand height; mp4 + live native viewer</a:t>
            </a:r>
          </a:p>
        </p:txBody>
      </p:sp>
      <p:pic>
        <p:nvPicPr>
          <p:cNvPr id="4" name="Picture 3" descr="diag_scen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394960" cy="4046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26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table top at 0.75 m = pipeline PLANE_HEIGHT</a:t>
            </a:r>
          </a:p>
        </p:txBody>
      </p:sp>
      <p:pic>
        <p:nvPicPr>
          <p:cNvPr id="6" name="Picture 5" descr="replay_fram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394960" cy="4046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526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retargeted trajectory replayed on G1+Inspire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task_04 — 1431 frames @ 29.6 fps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1A1A"/>
                </a:solidFill>
              </a:defRPr>
            </a:pPr>
            <a:r>
              <a:t>• 79.6% of frames use REAL tracking, 20.4% stow</a:t>
            </a:r>
          </a:p>
          <a:p>
            <a:pPr>
              <a:spcAft>
                <a:spcPts val="700"/>
              </a:spcAft>
              <a:defRPr sz="1300">
                <a:solidFill>
                  <a:srgbClr val="555555"/>
                </a:solidFill>
              </a:defRPr>
            </a:pPr>
            <a:r>
              <a:t>    – right hand 76.5% · left hand 26.5% (bimanual often one-handed)</a:t>
            </a:r>
          </a:p>
          <a:p>
            <a:pPr>
              <a:spcAft>
                <a:spcPts val="700"/>
              </a:spcAft>
              <a:defRPr sz="1600">
                <a:solidFill>
                  <a:srgbClr val="1A1A1A"/>
                </a:solidFill>
              </a:defRPr>
            </a:pPr>
            <a:r>
              <a:t>• IMU vs video duration: 48.42 s vs 48.30 s (~0.12 s slack)</a:t>
            </a:r>
          </a:p>
          <a:p>
            <a:pPr>
              <a:spcAft>
                <a:spcPts val="700"/>
              </a:spcAft>
              <a:defRPr sz="1600">
                <a:solidFill>
                  <a:srgbClr val="1A1A1A"/>
                </a:solidFill>
              </a:defRPr>
            </a:pPr>
            <a:r>
              <a:t>• Tracking accuracy / rollout = TODO (post-IK-tuning)</a:t>
            </a:r>
          </a:p>
        </p:txBody>
      </p:sp>
      <p:pic>
        <p:nvPicPr>
          <p:cNvPr id="5" name="Picture 4" descr="plot_hand_pres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6858000" cy="1828800"/>
          </a:xfrm>
          <a:prstGeom prst="rect">
            <a:avLst/>
          </a:prstGeom>
        </p:spPr>
      </p:pic>
      <p:pic>
        <p:nvPicPr>
          <p:cNvPr id="6" name="Picture 5" descr="plot_waist_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69080"/>
            <a:ext cx="6858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Imitation learning — a credible plan (not run)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Honest: this data alone can't train a task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Why not yet: no depth, no object/scene state, no reward, open-loop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But it IS legitimate demonstration data for imitation learning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Plan:</a:t>
            </a:r>
          </a:p>
          <a:p>
            <a:pPr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  – Add object perception (depth / wrist RGB-D), collect many demos</a:t>
            </a:r>
          </a:p>
          <a:p>
            <a:pPr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  – Convert to LeRobot v2 (proprioception + vision + action)</a:t>
            </a:r>
          </a:p>
          <a:p>
            <a:pPr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  – Train behavior-cloning / diffusion-policy baseline</a:t>
            </a:r>
          </a:p>
          <a:p>
            <a:pPr>
              <a:spcAft>
                <a:spcPts val="700"/>
              </a:spcAft>
              <a:defRPr sz="1400">
                <a:solidFill>
                  <a:srgbClr val="555555"/>
                </a:solidFill>
              </a:defRPr>
            </a:pPr>
            <a:r>
              <a:t>    – Validate on held-out demos + sim rollout success rate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A tiny overfit demo was out of scope in the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Feasibility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Proposal estimates, stated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BOM ≈ $25–35k: G1 (~$16k) + 2 Inspire hands (~$3–5k ea) + depth glasses/wrist RGB-D + 1 GPU workstation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Data: ~50–200 demos/task ≈ 1–4 h capture (data collection is the cost driver)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Compute: BC/diffusion baseline ≈ a few GPU-hours to ~1 GPU-day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Timeline: P0 offline engine (done) → P1 add depth → P2 collect+convert → P3 train+sim-eval → P4 sim-to-real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</a:defRPr>
            </a:pPr>
            <a:r>
              <a:t>• Risks: sim-to-real gap on a dexterous hand, object occlusion, data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Limitations &amp; 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55555"/>
                </a:solidFill>
              </a:defRPr>
            </a:pPr>
            <a:r>
              <a:t>What's approximate, and what's designed-not-built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A1A1A"/>
                </a:solidFill>
              </a:defRPr>
            </a:pPr>
            <a:r>
              <a:t>• Depth approximated (no sensor) — reach direction right, absolute depth a guess</a:t>
            </a:r>
          </a:p>
          <a:p>
            <a:pPr>
              <a:spcAft>
                <a:spcPts val="700"/>
              </a:spcAft>
              <a:defRPr sz="1600">
                <a:solidFill>
                  <a:srgbClr val="1A1A1A"/>
                </a:solidFill>
              </a:defRPr>
            </a:pPr>
            <a:r>
              <a:t>• IMU yaw drifts (no magnetometer); no shared IMU↔video clock (~2–3 frame offset)</a:t>
            </a:r>
          </a:p>
          <a:p>
            <a:pPr>
              <a:spcAft>
                <a:spcPts val="700"/>
              </a:spcAft>
              <a:defRPr sz="1600">
                <a:solidFill>
                  <a:srgbClr val="1A1A1A"/>
                </a:solidFill>
              </a:defRPr>
            </a:pPr>
            <a:r>
              <a:t>• Left-hand coverage low (26.5%); full-body pose unrecoverable; Inspire underactuation simplified</a:t>
            </a:r>
          </a:p>
          <a:p>
            <a:pPr>
              <a:spcAft>
                <a:spcPts val="700"/>
              </a:spcAft>
              <a:defRPr sz="1600">
                <a:solidFill>
                  <a:srgbClr val="1A1A1A"/>
                </a:solidFill>
              </a:defRPr>
            </a:pPr>
            <a:r>
              <a:t>• Live web panel: DESIGNED, not built — docs/live_architecture.md</a:t>
            </a:r>
          </a:p>
          <a:p>
            <a:pPr>
              <a:spcAft>
                <a:spcPts val="700"/>
              </a:spcAft>
              <a:defRPr sz="1300">
                <a:solidFill>
                  <a:srgbClr val="555555"/>
                </a:solidFill>
              </a:defRPr>
            </a:pPr>
            <a:r>
              <a:t>    – Native MuJoCo viewer + solver thread + uvicorn + MJPEG of annotated video; drop frames to stay on clock</a:t>
            </a:r>
          </a:p>
          <a:p>
            <a:pPr>
              <a:spcAft>
                <a:spcPts val="700"/>
              </a:spcAft>
              <a:defRPr sz="1300">
                <a:solidFill>
                  <a:srgbClr val="555555"/>
                </a:solidFill>
              </a:defRPr>
            </a:pPr>
            <a:r>
              <a:t>    – Verdict: live feasible = YES; biggest risk = Python GIL/CPU contention (mitigate: solver in a separate process)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Done: diagnostics → G1+Inspire model → offline engine → dataset → mp4 + live replay → report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Delivered as reviewable PRs; report as PDF + this deck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Next: tune DLS IK (accuracy), add depth prior, pin IMU/video sync, build the live panel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Honest framing throughout: measured numbers vs clearly-marked approximations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