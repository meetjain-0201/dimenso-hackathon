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Egocentric Lab Demo → Unitree G1 + Inspire in Simulation</a:t>
            </a:r>
          </a:p>
          <a:p>
            <a:pPr>
              <a:spcBef>
                <a:spcPts val="1400"/>
              </a:spcBef>
              <a:defRPr sz="1700">
                <a:solidFill>
                  <a:srgbClr val="CCE8E4"/>
                </a:solidFill>
              </a:defRPr>
            </a:pPr>
            <a:r>
              <a:t>Hand + arm motion from smart-glasses RGB + head IMU → retargeted onto a five-finger G1, replayed in MuJoCo. Motion translation only.</a:t>
            </a:r>
          </a:p>
          <a:p>
            <a:pPr>
              <a:spcBef>
                <a:spcPts val="1800"/>
              </a:spcBef>
              <a:defRPr sz="1400" b="1">
                <a:solidFill>
                  <a:srgbClr val="0E9E8E"/>
                </a:solidFill>
              </a:defRPr>
            </a:pPr>
            <a:r>
              <a:t>Dimenso Hackathon —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Task choice &amp; the egocentric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A forward head-cam sees hands, not the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Task = task_04 Pasteur-pipette: 77% frames with a hand (vs 34–49%), conf 0.976, shortest dropout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Full body NOT recoverable: only 29% of frames return any Pose; lower body collapses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→ legs FROZEN, torso turns with head-IMU yaw (upright), arms+hands from hand tracking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Five-finger Inspire DFQ grafted on the menagerie G1 — 53 actuated DoF</a:t>
            </a:r>
          </a:p>
        </p:txBody>
      </p:sp>
      <p:pic>
        <p:nvPicPr>
          <p:cNvPr id="5" name="Picture 4" descr="diag_scen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93776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work table top at 0.75 m = pipeline plane height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Data pipeline (the centerpiece)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run_offline.py — 5 stages, names read from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1  MediaPipe Hands → One-Euro filter → curl / pinch / thumb-fingertip distances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2  IMU resampled onto VIDEO frame times → complementary filter → head orientation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3  2D wrist → approx 3D target (table plane + scale depth; lateral Y from real wrist sep)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4  DLS IK (waist yaw shared) + distance-based finger/thumb + arm-down stow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5  Dataset: outputs/task04_dataset.npz + documented schema.json</a:t>
            </a:r>
          </a:p>
        </p:txBody>
      </p:sp>
      <p:pic>
        <p:nvPicPr>
          <p:cNvPr id="5" name="Picture 4" descr="imu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657600"/>
            <a:ext cx="7680960" cy="69128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6400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IMU layer: accel / gyro / recovered head orientation / applied waist-yaw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What the dataset records (per frame, time-aligned)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RAW MediaPipe landmarks — both hands, 21×3 (the clean perception layer)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handedness + confidence + present/stow flag per arm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derived: per-finger curl + thumb↔fingertip distances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resampled IMU (accel, gyro) + head roll/pitch/yaw + applied waist-yaw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approximate 3D wrist targets (both hands)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FULL 53-joint G1+Inspire trajectory — every column named (self-describing)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– schema.json documents name / shape / units / frame / derivation for all 22 array 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Tuned result: source ∥ POV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250-frame clip (frames 307–556, 100% right-hand coverage) plays live</a:t>
            </a:r>
          </a:p>
        </p:txBody>
      </p:sp>
      <p:pic>
        <p:nvPicPr>
          <p:cNvPr id="4" name="Picture 3" descr="diag_compar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6858000" cy="6429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1760" y="6400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555555"/>
                </a:solidFill>
              </a:defRPr>
            </a:pPr>
            <a:r>
              <a:t>egocentric source + MediaPipe  ∥  G1+Inspire from the head POV 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Retargeting method (tuned)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DLS IK on the MuJoCo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Each wrist driven to its 3D target via damped-least-squares IK, both arms jointly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Torso UPRIGHT: waist roll/pitch locked 0; only waist_yaw turns (from head yaw)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Distance-based fingers: thumb FLEXES into pinches (was opposing only)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Hand separation tracks the real detected wrist spacing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Lost hand → stows hanging straight down, out of frame; velocity-clamped eases</a:t>
            </a:r>
          </a:p>
          <a:p>
            <a:pPr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  – Before→after numbers verified frame-by-frame with the POV diagnosis harness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Imitation-learning sketch (not built — honest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Dataset = DEMONSTRATION data (state→action). NOT closed-loop: no depth/object/reward, open-loop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Models: BC baseline · Diffusion Policy (Chi 2023) · ACT/ALOHA · VLA (OpenVLA / π-0)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    – Inputs: proprioception (53 joints) + vision (ego + wrist cam) + optional language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    – Outputs: joint / end-effector target sequences (what the dataset already stores)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Scale: 50–200 demos/task (more for diffusion), add depth/wrist-cam, multi-operator, LeRobot v2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Validate: held-out tracking error → sim rollout success → sim-to-real</a:t>
            </a:r>
          </a:p>
          <a:p>
            <a:pPr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    – A tiny overfit demo was out of scope in the time — stated, not hidden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Feasibility &amp; cost (proposal)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BOM ≈ $25–35k: G1 (~$16k) + 2 Inspire hands (~$3–5k ea) + depth glasses/wrist RGB-D + 1 GPU box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Data: ~50–200 demos/task ≈ 1–4 h capture — data collection is the cost driver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Compute: BC/diffusion baseline ≈ few GPU-hours to ~1 GPU-day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Timeline: P0 engine (done) → P1 depth → P2 collect+convert → P3 train+sim-eval → P4 sim-to-real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Tradeoff: RGB-only is fast but open-loop; depth + data unlocks a closed-loop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Limitations &amp; honest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Reach DEPTH still RGB-approximated — direction right, absolute distance a guess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Left-hand coverage 26.5% → bimanual moments render one-handed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Thumb-distance retarget reliable only when the hand is fully in frame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No shared IMU↔video clock (~2–3 frame offset); IMU yaw drift-leaked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Inspire underactuation modeled as independent joints (deliberate simplification)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• Live web panel DESIGNED, not built → docs/live_architecture.md (feasible; risk = GIL)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Add a depth / wrist-cam prior to fix reach depth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Improve left-hand re-acquisition; pin the IMU/video sync via a shared motion event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Collect demos + train the BC/diffusion baseline (per the IL sketch)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Build the live MuJoCo + web panel per docs/live_architecture.md</a:t>
            </a:r>
          </a:p>
          <a:p>
            <a:pPr>
              <a:spcAft>
                <a:spcPts val="600"/>
              </a:spcAft>
              <a:defRPr sz="1800">
                <a:solidFill>
                  <a:srgbClr val="1A1A1A"/>
                </a:solidFill>
              </a:defRPr>
            </a:pPr>
            <a:r>
              <a:t>• Everything reproducible from the repo: dataset, replay, live viewer, 250-frame clip,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